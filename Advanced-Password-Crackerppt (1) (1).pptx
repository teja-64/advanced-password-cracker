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4630400" cy="8229600"/>
  <p:notesSz cx="8229600" cy="14630400"/>
  <p:embeddedFontLst>
    <p:embeddedFont>
      <p:font typeface="Century" panose="02040604050505020304" pitchFamily="18" charset="0"/>
      <p:regular r:id="rId12"/>
    </p:embeddedFont>
    <p:embeddedFont>
      <p:font typeface="Roboto" panose="02000000000000000000" pitchFamily="2" charset="0"/>
      <p:regular r:id="rId13"/>
    </p:embeddedFont>
    <p:embeddedFont>
      <p:font typeface="Roboto Slab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5728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42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42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42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308302"/>
            <a:ext cx="5486400" cy="59212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Advanced Password Cracker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Unlocking the World of Cybersecurity Simulations</a:t>
            </a:r>
            <a:endParaRPr lang="en-US" sz="17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8572C6-1F87-D4A3-7DDC-AAA629CA4EB9}"/>
              </a:ext>
            </a:extLst>
          </p:cNvPr>
          <p:cNvSpPr txBox="1"/>
          <p:nvPr/>
        </p:nvSpPr>
        <p:spPr>
          <a:xfrm>
            <a:off x="1103970" y="915746"/>
            <a:ext cx="60774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" panose="02040604050505020304" pitchFamily="18" charset="0"/>
              </a:rPr>
              <a:t>Project Title</a:t>
            </a:r>
            <a:endParaRPr lang="en-IN" sz="6000" b="1" dirty="0">
              <a:solidFill>
                <a:schemeClr val="accent5">
                  <a:lumMod val="60000"/>
                  <a:lumOff val="40000"/>
                </a:schemeClr>
              </a:solidFill>
              <a:latin typeface="Century" panose="020406040505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E89C6D-7256-34BC-F3F2-61F881AD65B3}"/>
              </a:ext>
            </a:extLst>
          </p:cNvPr>
          <p:cNvPicPr/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345869" y="206966"/>
            <a:ext cx="3016901" cy="14175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6890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Advanced Password Cracker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26625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Tool for Ethical Hacking &amp; Education</a:t>
            </a:r>
            <a:endParaRPr lang="en-US" sz="35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C8FD63-48CD-E175-6DB0-9BFC695BF2E9}"/>
              </a:ext>
            </a:extLst>
          </p:cNvPr>
          <p:cNvSpPr/>
          <p:nvPr/>
        </p:nvSpPr>
        <p:spPr>
          <a:xfrm>
            <a:off x="12890810" y="7761250"/>
            <a:ext cx="1739590" cy="33453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54BB16-97A2-5FD2-B3B2-99933A884FB7}"/>
              </a:ext>
            </a:extLst>
          </p:cNvPr>
          <p:cNvPicPr/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27069" y="133814"/>
            <a:ext cx="3390962" cy="15388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098" y="612934"/>
            <a:ext cx="12251650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Need for Ethical Password Recovery Tools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0098" y="1844278"/>
            <a:ext cx="6943844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the realm of cybersecurity education, practical tools are essential. Our Advanced Password Cracker addresses this need by providing a safe, controlled environment for: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80098" y="3114556"/>
            <a:ext cx="6943844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password vulnerabilities.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80098" y="3549134"/>
            <a:ext cx="6943844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Learning password cracking techniques ethically.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80098" y="3983712"/>
            <a:ext cx="6943844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Simulating real-world security scenarios.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036" y="2647236"/>
            <a:ext cx="5582364" cy="55823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B60BF1-E903-5AEC-0373-CD6CF27B1ABC}"/>
              </a:ext>
            </a:extLst>
          </p:cNvPr>
          <p:cNvPicPr/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736163" y="1009308"/>
            <a:ext cx="2760422" cy="13698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9535"/>
            <a:ext cx="86763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Core Technologies &amp; Capabilities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42103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20273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1623"/>
            <a:ext cx="6407944" cy="1219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40" y="2201942"/>
            <a:ext cx="680442" cy="68044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1614" y="2372082"/>
            <a:ext cx="272177" cy="34016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51084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Python &amp; Tkinter</a:t>
            </a:r>
            <a:endParaRPr lang="en-US" sz="2200" dirty="0"/>
          </a:p>
        </p:txBody>
      </p:sp>
      <p:sp>
        <p:nvSpPr>
          <p:cNvPr id="8" name="Text 3"/>
          <p:cNvSpPr/>
          <p:nvPr/>
        </p:nvSpPr>
        <p:spPr>
          <a:xfrm>
            <a:off x="1051084" y="3599497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Robust backend scripting and intuitive GUI development.</a:t>
            </a:r>
            <a:endParaRPr lang="en-US" sz="1750" dirty="0"/>
          </a:p>
        </p:txBody>
      </p:sp>
      <p:sp>
        <p:nvSpPr>
          <p:cNvPr id="9" name="Shape 4"/>
          <p:cNvSpPr/>
          <p:nvPr/>
        </p:nvSpPr>
        <p:spPr>
          <a:xfrm>
            <a:off x="7428548" y="2542103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202733"/>
          </a:solidFill>
          <a:ln/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2511623"/>
            <a:ext cx="6408063" cy="121920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2298" y="2201942"/>
            <a:ext cx="680442" cy="680442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6371" y="2372082"/>
            <a:ext cx="272177" cy="340162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7685842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Hashing Algorithms</a:t>
            </a:r>
            <a:endParaRPr lang="en-US" sz="2200" dirty="0"/>
          </a:p>
        </p:txBody>
      </p:sp>
      <p:sp>
        <p:nvSpPr>
          <p:cNvPr id="14" name="Text 6"/>
          <p:cNvSpPr/>
          <p:nvPr/>
        </p:nvSpPr>
        <p:spPr>
          <a:xfrm>
            <a:off x="7685842" y="3599497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for MD5 and NTLM hash cracking for diverse scenarios.</a:t>
            </a:r>
            <a:endParaRPr lang="en-US" sz="1750" dirty="0"/>
          </a:p>
        </p:txBody>
      </p:sp>
      <p:sp>
        <p:nvSpPr>
          <p:cNvPr id="15" name="Shape 7"/>
          <p:cNvSpPr/>
          <p:nvPr/>
        </p:nvSpPr>
        <p:spPr>
          <a:xfrm>
            <a:off x="793790" y="5149572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202733"/>
          </a:solidFill>
          <a:ln/>
        </p:spPr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119092"/>
            <a:ext cx="6407944" cy="121920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40" y="4809411"/>
            <a:ext cx="680442" cy="680442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1614" y="4979551"/>
            <a:ext cx="272177" cy="340162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1051084" y="5716548"/>
            <a:ext cx="37378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Rainbow Tables &amp; Wordlists</a:t>
            </a:r>
            <a:endParaRPr lang="en-US" sz="2200" dirty="0"/>
          </a:p>
        </p:txBody>
      </p:sp>
      <p:sp>
        <p:nvSpPr>
          <p:cNvPr id="20" name="Text 9"/>
          <p:cNvSpPr/>
          <p:nvPr/>
        </p:nvSpPr>
        <p:spPr>
          <a:xfrm>
            <a:off x="1051084" y="6206966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cracking methods using precomputed hashes and dictionary attacks.</a:t>
            </a:r>
            <a:endParaRPr lang="en-US" sz="1750" dirty="0"/>
          </a:p>
        </p:txBody>
      </p:sp>
      <p:sp>
        <p:nvSpPr>
          <p:cNvPr id="21" name="Shape 10"/>
          <p:cNvSpPr/>
          <p:nvPr/>
        </p:nvSpPr>
        <p:spPr>
          <a:xfrm>
            <a:off x="7439699" y="5149572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202733"/>
          </a:solidFill>
          <a:ln/>
        </p:spPr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5119092"/>
            <a:ext cx="6408063" cy="121920"/>
          </a:xfrm>
          <a:prstGeom prst="rect">
            <a:avLst/>
          </a:prstGeom>
        </p:spPr>
      </p:pic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2298" y="4809411"/>
            <a:ext cx="680442" cy="680442"/>
          </a:xfrm>
          <a:prstGeom prst="rect">
            <a:avLst/>
          </a:prstGeom>
        </p:spPr>
      </p:pic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96371" y="4979551"/>
            <a:ext cx="272177" cy="340162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7685842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Simulated Attacks</a:t>
            </a:r>
            <a:endParaRPr lang="en-US" sz="2200" dirty="0"/>
          </a:p>
        </p:txBody>
      </p:sp>
      <p:sp>
        <p:nvSpPr>
          <p:cNvPr id="26" name="Text 12"/>
          <p:cNvSpPr/>
          <p:nvPr/>
        </p:nvSpPr>
        <p:spPr>
          <a:xfrm>
            <a:off x="7685842" y="6206966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Modules for Wi-Fi and website brute-force simulations for practical learning.</a:t>
            </a:r>
            <a:endParaRPr lang="en-US" sz="17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923266-DB03-6D80-54AC-0F80A029F01F}"/>
              </a:ext>
            </a:extLst>
          </p:cNvPr>
          <p:cNvSpPr/>
          <p:nvPr/>
        </p:nvSpPr>
        <p:spPr>
          <a:xfrm>
            <a:off x="12868507" y="7786143"/>
            <a:ext cx="1672683" cy="32786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6F7BDD9-8FD0-831B-B68C-76E2691A044A}"/>
              </a:ext>
            </a:extLst>
          </p:cNvPr>
          <p:cNvPicPr/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336044" y="189160"/>
            <a:ext cx="3064925" cy="14348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813" y="2045137"/>
            <a:ext cx="103766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Features: What Makes It Stand Out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07544"/>
            <a:ext cx="13042821" cy="2976801"/>
          </a:xfrm>
          <a:prstGeom prst="roundRect">
            <a:avLst>
              <a:gd name="adj" fmla="val 1143"/>
            </a:avLst>
          </a:prstGeom>
          <a:solidFill>
            <a:srgbClr val="3F4652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3207544"/>
            <a:ext cx="6521410" cy="1669852"/>
          </a:xfrm>
          <a:prstGeom prst="roundRect">
            <a:avLst>
              <a:gd name="adj" fmla="val 2038"/>
            </a:avLst>
          </a:prstGeom>
          <a:solidFill>
            <a:srgbClr val="3F4652"/>
          </a:solidFill>
          <a:ln/>
        </p:spPr>
      </p:sp>
      <p:sp>
        <p:nvSpPr>
          <p:cNvPr id="5" name="Text 3"/>
          <p:cNvSpPr/>
          <p:nvPr/>
        </p:nvSpPr>
        <p:spPr>
          <a:xfrm>
            <a:off x="2372439" y="3434358"/>
            <a:ext cx="30238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Beginner-Friendly GUI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3924776"/>
            <a:ext cx="57276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Intuitive interface for new users to navigate cracking tools effortlessly.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315200" y="3207544"/>
            <a:ext cx="6521410" cy="1669852"/>
          </a:xfrm>
          <a:prstGeom prst="rect">
            <a:avLst/>
          </a:prstGeom>
          <a:solidFill>
            <a:srgbClr val="3F4652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0" y="3207544"/>
            <a:ext cx="30480" cy="1669852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9" name="Text 7"/>
          <p:cNvSpPr/>
          <p:nvPr/>
        </p:nvSpPr>
        <p:spPr>
          <a:xfrm>
            <a:off x="9044226" y="3434358"/>
            <a:ext cx="34034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Multi-Feature Integration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882176" y="3924776"/>
            <a:ext cx="57276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unified platform for various password recovery techniques.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877395"/>
            <a:ext cx="6521410" cy="1306949"/>
          </a:xfrm>
          <a:prstGeom prst="rect">
            <a:avLst/>
          </a:prstGeom>
          <a:solidFill>
            <a:srgbClr val="3F4652"/>
          </a:solidFill>
          <a:ln/>
        </p:spPr>
      </p:sp>
      <p:sp>
        <p:nvSpPr>
          <p:cNvPr id="12" name="Shape 10"/>
          <p:cNvSpPr/>
          <p:nvPr/>
        </p:nvSpPr>
        <p:spPr>
          <a:xfrm>
            <a:off x="793790" y="4877395"/>
            <a:ext cx="6521410" cy="30480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13" name="Text 11"/>
          <p:cNvSpPr/>
          <p:nvPr/>
        </p:nvSpPr>
        <p:spPr>
          <a:xfrm>
            <a:off x="2466737" y="51042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Dark Mode Interface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0604" y="5594628"/>
            <a:ext cx="57276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Enhanced user comfort during extended use.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315200" y="4877395"/>
            <a:ext cx="6521410" cy="1306949"/>
          </a:xfrm>
          <a:prstGeom prst="rect">
            <a:avLst/>
          </a:prstGeom>
          <a:solidFill>
            <a:srgbClr val="3F465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0" y="4877395"/>
            <a:ext cx="30480" cy="1306949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4877395"/>
            <a:ext cx="6521410" cy="30480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18" name="Text 16"/>
          <p:cNvSpPr/>
          <p:nvPr/>
        </p:nvSpPr>
        <p:spPr>
          <a:xfrm>
            <a:off x="9169598" y="5104209"/>
            <a:ext cx="31527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Educational Simulation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882176" y="5594628"/>
            <a:ext cx="57276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 and ethical environment for hands-on learning.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031712" y="3758922"/>
            <a:ext cx="566976" cy="566976"/>
          </a:xfrm>
          <a:prstGeom prst="roundRect">
            <a:avLst>
              <a:gd name="adj" fmla="val 6001"/>
            </a:avLst>
          </a:prstGeom>
          <a:solidFill>
            <a:srgbClr val="424242"/>
          </a:solidFill>
          <a:ln w="30480">
            <a:solidFill>
              <a:srgbClr val="585F6B"/>
            </a:solidFill>
            <a:prstDash val="solid"/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397" y="3865245"/>
            <a:ext cx="283488" cy="35433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031712" y="5247323"/>
            <a:ext cx="566976" cy="566976"/>
          </a:xfrm>
          <a:prstGeom prst="roundRect">
            <a:avLst>
              <a:gd name="adj" fmla="val 6001"/>
            </a:avLst>
          </a:prstGeom>
          <a:solidFill>
            <a:srgbClr val="424242"/>
          </a:solidFill>
          <a:ln w="30480">
            <a:solidFill>
              <a:srgbClr val="585F6B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3397" y="5353645"/>
            <a:ext cx="283488" cy="35433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5B90C27-C599-8423-813D-BDAF7202ED3C}"/>
              </a:ext>
            </a:extLst>
          </p:cNvPr>
          <p:cNvSpPr/>
          <p:nvPr/>
        </p:nvSpPr>
        <p:spPr>
          <a:xfrm>
            <a:off x="12667785" y="7649737"/>
            <a:ext cx="1962615" cy="579863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94E7D92-4057-C148-14FA-AC1273F2AA9D}"/>
              </a:ext>
            </a:extLst>
          </p:cNvPr>
          <p:cNvPicPr/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473613" y="156344"/>
            <a:ext cx="3011821" cy="14527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7224474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Who Benefits from This Tool?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06047"/>
            <a:ext cx="6342102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Ethical Hacking Students:</a:t>
            </a: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Gain practical experience with password vulnerabilities and cracking methods in a safe environment.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1638" y="2767965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Cybersecurity Trainers:</a:t>
            </a: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Utilize a versatile tool for demonstrating complex concepts and conducting interactive workshops.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1638" y="3499961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Penetration Testers:</a:t>
            </a: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Access a simplified, yet powerful, utility for internal testing and validating security controls.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445" y="1752481"/>
            <a:ext cx="6342102" cy="63421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315CFC-E356-BB07-C779-EF3EE7ED8D16}"/>
              </a:ext>
            </a:extLst>
          </p:cNvPr>
          <p:cNvPicPr/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769617" y="166668"/>
            <a:ext cx="2593154" cy="12254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3172" y="481846"/>
            <a:ext cx="9392126" cy="547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Result: A Functional Desktop Application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13172" y="1379696"/>
            <a:ext cx="13404056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project culminates in a fully functional desktop application designed for ease of use and educational impact.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13172" y="2032278"/>
            <a:ext cx="2190155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Outcomes: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13172" y="2481262"/>
            <a:ext cx="648831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User-friendly GUI built with Tkinter.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3172" y="2822972"/>
            <a:ext cx="648831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Accessible tool for password recovery simulations.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13172" y="3164681"/>
            <a:ext cx="648831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a secure sandbox for learning.</a:t>
            </a:r>
            <a:endParaRPr lang="en-US" sz="13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240" y="1741289"/>
            <a:ext cx="6488311" cy="64883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AD0FE7-B91A-E770-A5CF-AAB0E2A8C03A}"/>
              </a:ext>
            </a:extLst>
          </p:cNvPr>
          <p:cNvPicPr/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171060" y="156460"/>
            <a:ext cx="2214013" cy="11420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15979"/>
            <a:ext cx="85332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 &amp; Educational Value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7838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Advanced Password Cracker stands as a valuable educational asset, offering a practical pathway to understanding cybersecurity fundamentals.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133951" y="4514493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"This tool empowers students and professionals to explore password security in a controlled, ethical manner, bridging the gap between theoretical knowledge and practical application."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259342"/>
            <a:ext cx="30480" cy="1236107"/>
          </a:xfrm>
          <a:prstGeom prst="rect">
            <a:avLst/>
          </a:prstGeom>
          <a:solidFill>
            <a:srgbClr val="66A8EE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575060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Its modular design also ensures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expandability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adaptability to future cybersecurity challenges.</a:t>
            </a:r>
            <a:endParaRPr lang="en-US" sz="1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93F3E1-A716-1BF2-C651-0959F27A845C}"/>
              </a:ext>
            </a:extLst>
          </p:cNvPr>
          <p:cNvSpPr/>
          <p:nvPr/>
        </p:nvSpPr>
        <p:spPr>
          <a:xfrm>
            <a:off x="12901961" y="7794702"/>
            <a:ext cx="1605776" cy="36290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D14162-CA96-CBD2-4FED-61B7DED86366}"/>
              </a:ext>
            </a:extLst>
          </p:cNvPr>
          <p:cNvPicPr/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661132" y="213589"/>
            <a:ext cx="2712790" cy="13835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8044" y="606266"/>
            <a:ext cx="7600712" cy="13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Scope &amp; Enhancements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258044" y="2314932"/>
            <a:ext cx="881896" cy="1623060"/>
          </a:xfrm>
          <a:prstGeom prst="roundRect">
            <a:avLst>
              <a:gd name="adj" fmla="val 360040"/>
            </a:avLst>
          </a:prstGeom>
          <a:solidFill>
            <a:srgbClr val="3F4652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674" y="2919770"/>
            <a:ext cx="330637" cy="41338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60325" y="2535317"/>
            <a:ext cx="5017413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Real-time Password Strength Analysis</a:t>
            </a:r>
            <a:endParaRPr lang="en-US" sz="2150" dirty="0"/>
          </a:p>
        </p:txBody>
      </p:sp>
      <p:sp>
        <p:nvSpPr>
          <p:cNvPr id="7" name="Text 3"/>
          <p:cNvSpPr/>
          <p:nvPr/>
        </p:nvSpPr>
        <p:spPr>
          <a:xfrm>
            <a:off x="7360325" y="3012043"/>
            <a:ext cx="6498431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 a module to provide instant feedback on password robustness.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6258044" y="4158377"/>
            <a:ext cx="881896" cy="1623060"/>
          </a:xfrm>
          <a:prstGeom prst="roundRect">
            <a:avLst>
              <a:gd name="adj" fmla="val 360040"/>
            </a:avLst>
          </a:prstGeom>
          <a:solidFill>
            <a:srgbClr val="3F465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3674" y="4763214"/>
            <a:ext cx="330637" cy="4133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60325" y="4378762"/>
            <a:ext cx="4557832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Expanded Hash Algorithm Support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7360325" y="4855488"/>
            <a:ext cx="6498431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Incorporate additional algorithms like SHA-256 and bcrypt for broader testing capabilities.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6258044" y="6001822"/>
            <a:ext cx="881896" cy="1623060"/>
          </a:xfrm>
          <a:prstGeom prst="roundRect">
            <a:avLst>
              <a:gd name="adj" fmla="val 360040"/>
            </a:avLst>
          </a:prstGeom>
          <a:solidFill>
            <a:srgbClr val="3F4652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3674" y="6606659"/>
            <a:ext cx="330637" cy="41338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60325" y="6222206"/>
            <a:ext cx="3179326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Multi-Language Support</a:t>
            </a:r>
            <a:endParaRPr lang="en-US" sz="2150" dirty="0"/>
          </a:p>
        </p:txBody>
      </p:sp>
      <p:sp>
        <p:nvSpPr>
          <p:cNvPr id="15" name="Text 9"/>
          <p:cNvSpPr/>
          <p:nvPr/>
        </p:nvSpPr>
        <p:spPr>
          <a:xfrm>
            <a:off x="7360325" y="6698933"/>
            <a:ext cx="6498431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localization options to make the tool accessible to a global audience.</a:t>
            </a:r>
            <a:endParaRPr lang="en-US" sz="17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D85713-DFAE-E5D7-DBE9-62AD1B23B69F}"/>
              </a:ext>
            </a:extLst>
          </p:cNvPr>
          <p:cNvSpPr/>
          <p:nvPr/>
        </p:nvSpPr>
        <p:spPr>
          <a:xfrm>
            <a:off x="12901961" y="7794702"/>
            <a:ext cx="1605776" cy="43489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B15159B-E5C3-F7A1-28EB-F952A4CD933C}"/>
              </a:ext>
            </a:extLst>
          </p:cNvPr>
          <p:cNvPicPr/>
          <p:nvPr/>
        </p:nvPicPr>
        <p:blipFill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725014" y="216061"/>
            <a:ext cx="2570850" cy="13780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24</TotalTime>
  <Words>409</Words>
  <Application>Microsoft Office PowerPoint</Application>
  <PresentationFormat>Custom</PresentationFormat>
  <Paragraphs>58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</vt:lpstr>
      <vt:lpstr>Roboto Slab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Naga Vishnu Vardhan Ch</dc:creator>
  <cp:lastModifiedBy>Naga Vishnu Vardhan Ch</cp:lastModifiedBy>
  <cp:revision>3</cp:revision>
  <dcterms:created xsi:type="dcterms:W3CDTF">2025-08-09T13:51:01Z</dcterms:created>
  <dcterms:modified xsi:type="dcterms:W3CDTF">2025-08-09T15:31:24Z</dcterms:modified>
</cp:coreProperties>
</file>